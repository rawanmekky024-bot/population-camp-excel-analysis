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56" r:id="rId10"/>
    <p:sldId id="257" r:id="rId11"/>
    <p:sldId id="258" r:id="rId12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13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6696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r>
              <a:rPr lang="ar-SA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65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 the Data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869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the camp dataset with pandas, NumPy, Matplotlib and Seaborn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60920" y="50292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DDF3F1"/>
          </a:solidFill>
          <a:ln w="12700">
            <a:solidFill>
              <a:srgbClr val="DDF3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360920" y="50292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69524"/>
            <a:ext cx="8229600" cy="3178487"/>
          </a:xfrm>
          <a:prstGeom prst="roundRect">
            <a:avLst>
              <a:gd name="adj" fmla="val 230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52400" dist="38100" dir="5400000" algn="bl" rotWithShape="0">
              <a:srgbClr val="1B2B44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Loading the Data: Importing the camp dataset with pandas, NumPy, Matplotlib and Seabor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406684"/>
            <a:ext cx="7955280" cy="290416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&amp; Camp Analytics  |  Excel · Python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r>
              <a:rPr lang="ar-SA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65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Preview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869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and last records of the dataset, January 2017 to November 2018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60920" y="50292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DDF3F1"/>
          </a:solidFill>
          <a:ln w="12700">
            <a:solidFill>
              <a:srgbClr val="DDF3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360920" y="50292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69524"/>
            <a:ext cx="8229600" cy="3178487"/>
          </a:xfrm>
          <a:prstGeom prst="roundRect">
            <a:avLst>
              <a:gd name="adj" fmla="val 230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52400" dist="38100" dir="5400000" algn="bl" rotWithShape="0">
              <a:srgbClr val="1B2B44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Data Preview: First and last records of the dataset, January 2017 to November 20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406684"/>
            <a:ext cx="7955280" cy="290416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&amp; Camp Analytics  |  Excel · Python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r>
              <a:rPr lang="ar-SA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65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&amp; Statistics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869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9,917 records across 12 columns, with data types and descriptive statistics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60920" y="50292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DDF3F1"/>
          </a:solidFill>
          <a:ln w="12700">
            <a:solidFill>
              <a:srgbClr val="DDF3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360920" y="50292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69524"/>
            <a:ext cx="8229600" cy="3178487"/>
          </a:xfrm>
          <a:prstGeom prst="roundRect">
            <a:avLst>
              <a:gd name="adj" fmla="val 230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52400" dist="38100" dir="5400000" algn="bl" rotWithShape="0">
              <a:srgbClr val="1B2B44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Structure &amp; Statistics: 9,917 records across 12 columns, with data types and descriptive statistic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406684"/>
            <a:ext cx="7955280" cy="290416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&amp; Camp Analytics  |  Excel · Python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r>
              <a:rPr lang="ar-SA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65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Missing-Values Audit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869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count per column: gaps appear only in Room, Flat, House and Tent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60920" y="50292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DDF3F1"/>
          </a:solidFill>
          <a:ln w="12700">
            <a:solidFill>
              <a:srgbClr val="DDF3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360920" y="50292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07606"/>
            <a:ext cx="8229600" cy="2902324"/>
          </a:xfrm>
          <a:prstGeom prst="roundRect">
            <a:avLst>
              <a:gd name="adj" fmla="val 252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52400" dist="38100" dir="5400000" algn="bl" rotWithShape="0">
              <a:srgbClr val="1B2B44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Missing-Values Audit: Null count per column: gaps appear only in Room, Flat, House and Te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44766"/>
            <a:ext cx="7955280" cy="262800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&amp; Camp Analytics  |  Excel · Python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r>
              <a:rPr lang="ar-SA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65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 by Country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869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members per country, shown as a Seaborn bar chart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60920" y="50292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DDF3F1"/>
          </a:solidFill>
          <a:ln w="12700">
            <a:solidFill>
              <a:srgbClr val="DDF3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360920" y="50292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69524"/>
            <a:ext cx="8229600" cy="3178487"/>
          </a:xfrm>
          <a:prstGeom prst="roundRect">
            <a:avLst>
              <a:gd name="adj" fmla="val 230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52400" dist="38100" dir="5400000" algn="bl" rotWithShape="0">
              <a:srgbClr val="1B2B44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opulation by Country: Total members per country, shown as a Seaborn bar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406684"/>
            <a:ext cx="7955280" cy="290416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&amp; Camp Analytics  |  Excel · Python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r>
              <a:rPr lang="ar-SA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65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Distribution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869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of male % vs female % across camp records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60920" y="50292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DDF3F1"/>
          </a:solidFill>
          <a:ln w="12700">
            <a:solidFill>
              <a:srgbClr val="DDF3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360920" y="50292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48490"/>
            <a:ext cx="8229600" cy="3220556"/>
          </a:xfrm>
          <a:prstGeom prst="roundRect">
            <a:avLst>
              <a:gd name="adj" fmla="val 2271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52400" dist="38100" dir="5400000" algn="bl" rotWithShape="0">
              <a:srgbClr val="1B2B44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Gender Distribution: Density of male % vs female % across camp record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85650"/>
            <a:ext cx="7955280" cy="294623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&amp; Camp Analytics  |  Excel · Python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65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Houses vs Members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869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by country with a linear regression 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60920" y="50292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DDF3F1"/>
          </a:solidFill>
          <a:ln w="12700">
            <a:solidFill>
              <a:srgbClr val="DDF3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360920" y="50292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60513"/>
            <a:ext cx="8229600" cy="2796510"/>
          </a:xfrm>
          <a:prstGeom prst="roundRect">
            <a:avLst>
              <a:gd name="adj" fmla="val 2616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52400" dist="38100" dir="5400000" algn="bl" rotWithShape="0">
              <a:srgbClr val="1B2B44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Houses vs Members: Scatter plot by country with a linear regression l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97673"/>
            <a:ext cx="7955280" cy="252219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&amp; Camp Analytics  |  Excel · Python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65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Analysis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869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heatmap of the numerical features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60920" y="50292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DDF3F1"/>
          </a:solidFill>
          <a:ln w="12700">
            <a:solidFill>
              <a:srgbClr val="DDF3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360920" y="50292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08121"/>
            <a:ext cx="8229600" cy="3101293"/>
          </a:xfrm>
          <a:prstGeom prst="roundRect">
            <a:avLst>
              <a:gd name="adj" fmla="val 235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52400" dist="38100" dir="5400000" algn="bl" rotWithShape="0">
              <a:srgbClr val="1B2B44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Correlation Analysis: Pearson correlation heatmap of the numerical featur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445281"/>
            <a:ext cx="7955280" cy="282697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&amp; Camp Analytics  |  Excel · Python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65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Dataset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869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&amp; camp records by country, city and site, 2017–2018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60920" y="50292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DDF3F1"/>
          </a:solidFill>
          <a:ln w="12700">
            <a:solidFill>
              <a:srgbClr val="DDF3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360920" y="50292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07752"/>
            <a:ext cx="8229600" cy="3702031"/>
          </a:xfrm>
          <a:prstGeom prst="roundRect">
            <a:avLst>
              <a:gd name="adj" fmla="val 1976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52400" dist="38100" dir="5400000" algn="bl" rotWithShape="0">
              <a:srgbClr val="1B2B44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Source Dataset: Population &amp; camp records by country, city and site, 2017–20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44912"/>
            <a:ext cx="7955280" cy="342771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&amp; Camp Analytics  |  Excel · Python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11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65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PivotTable Analysis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869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by year, country and accommodation type, with interactive slicers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60920" y="50292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DDF3F1"/>
          </a:solidFill>
          <a:ln w="12700">
            <a:solidFill>
              <a:srgbClr val="DDF3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360920" y="50292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51612"/>
            <a:ext cx="8229600" cy="4414313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52400" dist="38100" dir="5400000" algn="bl" rotWithShape="0">
              <a:srgbClr val="1B2B44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ivotTable Analysis: Population by year, country and accommodation type, with interactive slic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88772"/>
            <a:ext cx="7955280" cy="413999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&amp; Camp Analytics  |  Excel · Python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11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65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869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gender split and rankings, filterable by year, country, city and site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60920" y="50292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DDF3F1"/>
          </a:solidFill>
          <a:ln w="12700">
            <a:solidFill>
              <a:srgbClr val="DDF3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360920" y="50292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6479" y="1641348"/>
            <a:ext cx="7131043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blurRad="152400" dist="38100" dir="5400000" algn="bl" rotWithShape="0">
              <a:srgbClr val="1B2B44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Interactive Dashboard: KPIs, gender split and rankings, filterable by year, country, city and si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639" y="1778508"/>
            <a:ext cx="6856723" cy="41605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&amp; Camp Analytics  |  Excel · Python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316</Words>
  <Application>Microsoft Office PowerPoint</Application>
  <PresentationFormat>On-screen Show (4:3)</PresentationFormat>
  <Paragraphs>77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Population &amp; Camp Analytics – Project Showcase</dc:title>
  <dc:subject>PptxGenJS Presentation</dc:subject>
  <dc:creator>PptxGenJS</dc:creator>
  <cp:lastModifiedBy>Eman Safwat Gamil Ghanem</cp:lastModifiedBy>
  <cp:revision>3</cp:revision>
  <dcterms:created xsi:type="dcterms:W3CDTF">2026-09-28T12:25:56Z</dcterms:created>
  <dcterms:modified xsi:type="dcterms:W3CDTF">2026-09-28T12:41:56Z</dcterms:modified>
</cp:coreProperties>
</file>